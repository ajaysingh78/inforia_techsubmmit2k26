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Oswald Bold" charset="1" panose="00000800000000000000"/>
      <p:regular r:id="rId19"/>
    </p:embeddedFont>
    <p:embeddedFont>
      <p:font typeface="Arial" charset="1" panose="020B0604020202020204"/>
      <p:regular r:id="rId20"/>
    </p:embeddedFont>
    <p:embeddedFont>
      <p:font typeface="Times New Roman Bold" charset="1" panose="02020803070505020304"/>
      <p:regular r:id="rId22"/>
    </p:embeddedFont>
    <p:embeddedFont>
      <p:font typeface="Arial Bold" charset="1" panose="020B0704020202020204"/>
      <p:regular r:id="rId23"/>
    </p:embeddedFont>
    <p:embeddedFont>
      <p:font typeface="Calibri (MS)" charset="1" panose="020F0502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151" y="1524805"/>
            <a:ext cx="16164601" cy="1847517"/>
            <a:chOff x="0" y="0"/>
            <a:chExt cx="21552802" cy="2463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2788" cy="2463292"/>
            </a:xfrm>
            <a:custGeom>
              <a:avLst/>
              <a:gdLst/>
              <a:ahLst/>
              <a:cxnLst/>
              <a:rect r="r" b="b" t="t" l="l"/>
              <a:pathLst>
                <a:path h="2463292" w="21552788">
                  <a:moveTo>
                    <a:pt x="0" y="0"/>
                  </a:moveTo>
                  <a:lnTo>
                    <a:pt x="21552788" y="0"/>
                  </a:lnTo>
                  <a:lnTo>
                    <a:pt x="21552788" y="2463292"/>
                  </a:lnTo>
                  <a:lnTo>
                    <a:pt x="0" y="2463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0983" r="0" b="-1423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4622" y="4419152"/>
            <a:ext cx="17375848" cy="365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30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Team Details</a:t>
            </a:r>
          </a:p>
          <a:p>
            <a:pPr algn="l">
              <a:lnSpc>
                <a:spcPts val="2351"/>
              </a:lnSpc>
            </a:pPr>
          </a:p>
          <a:p>
            <a:pPr algn="l" marL="1568768" indent="-392192" lvl="3">
              <a:lnSpc>
                <a:spcPts val="4752"/>
              </a:lnSpc>
              <a:buAutoNum type="alphaLcPeriod" startAt="1"/>
            </a:pPr>
            <a:r>
              <a:rPr lang="en-US" b="true" sz="330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Team name: </a:t>
            </a:r>
            <a:r>
              <a:rPr lang="en-US" sz="3300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 marL="1568768" indent="-392192" lvl="3">
              <a:lnSpc>
                <a:spcPts val="4752"/>
              </a:lnSpc>
              <a:buAutoNum type="alphaLcPeriod" startAt="1"/>
            </a:pPr>
            <a:r>
              <a:rPr lang="en-US" b="true" sz="330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Team leader name: </a:t>
            </a:r>
          </a:p>
          <a:p>
            <a:pPr algn="l" marL="1568768" indent="-392192" lvl="3">
              <a:lnSpc>
                <a:spcPts val="4752"/>
              </a:lnSpc>
              <a:buAutoNum type="alphaLcPeriod" startAt="1"/>
            </a:pPr>
            <a:r>
              <a:rPr lang="en-US" b="true" sz="330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  <a:p>
            <a:pPr algn="l" marL="1595914" indent="-398978" lvl="3">
              <a:lnSpc>
                <a:spcPts val="4968"/>
              </a:lnSpc>
              <a:buAutoNum type="alphaLcPeriod" startAt="1"/>
            </a:pPr>
            <a:r>
              <a:rPr lang="en-US" b="true" sz="345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Theme-</a:t>
            </a:r>
            <a:r>
              <a:rPr lang="en-US" b="true" sz="3450">
                <a:solidFill>
                  <a:srgbClr val="80808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b="true" sz="3450">
                <a:solidFill>
                  <a:srgbClr val="434343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20761" y="-98546"/>
            <a:ext cx="3839699" cy="2547109"/>
            <a:chOff x="0" y="0"/>
            <a:chExt cx="5119599" cy="33961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9624" cy="3396107"/>
            </a:xfrm>
            <a:custGeom>
              <a:avLst/>
              <a:gdLst/>
              <a:ahLst/>
              <a:cxnLst/>
              <a:rect r="r" b="b" t="t" l="l"/>
              <a:pathLst>
                <a:path h="3396107" w="5119624">
                  <a:moveTo>
                    <a:pt x="0" y="0"/>
                  </a:moveTo>
                  <a:lnTo>
                    <a:pt x="5119624" y="0"/>
                  </a:lnTo>
                  <a:lnTo>
                    <a:pt x="5119624" y="3396107"/>
                  </a:lnTo>
                  <a:lnTo>
                    <a:pt x="0" y="3396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79" t="-19833" r="-24119" b="-2800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24170" y="-515360"/>
            <a:ext cx="4704521" cy="3136354"/>
            <a:chOff x="0" y="0"/>
            <a:chExt cx="6272695" cy="4181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2657" cy="4181856"/>
            </a:xfrm>
            <a:custGeom>
              <a:avLst/>
              <a:gdLst/>
              <a:ahLst/>
              <a:cxnLst/>
              <a:rect r="r" b="b" t="t" l="l"/>
              <a:pathLst>
                <a:path h="4181856" w="6272657">
                  <a:moveTo>
                    <a:pt x="0" y="0"/>
                  </a:moveTo>
                  <a:lnTo>
                    <a:pt x="6272657" y="0"/>
                  </a:lnTo>
                  <a:lnTo>
                    <a:pt x="6272657" y="4181856"/>
                  </a:lnTo>
                  <a:lnTo>
                    <a:pt x="0" y="418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020795" y="0"/>
            <a:ext cx="10394220" cy="1524805"/>
          </a:xfrm>
          <a:custGeom>
            <a:avLst/>
            <a:gdLst/>
            <a:ahLst/>
            <a:cxnLst/>
            <a:rect r="r" b="b" t="t" l="l"/>
            <a:pathLst>
              <a:path h="1524805" w="10394220">
                <a:moveTo>
                  <a:pt x="0" y="0"/>
                </a:moveTo>
                <a:lnTo>
                  <a:pt x="10394219" y="0"/>
                </a:lnTo>
                <a:lnTo>
                  <a:pt x="10394219" y="1524805"/>
                </a:lnTo>
                <a:lnTo>
                  <a:pt x="0" y="15248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59330" y="9670799"/>
            <a:ext cx="4317149" cy="55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IES University, Bhopal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2371" y="3124029"/>
            <a:ext cx="18105149" cy="366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380048" indent="-190024" lvl="1">
              <a:lnSpc>
                <a:spcPts val="2520"/>
              </a:lnSpc>
            </a:pPr>
          </a:p>
          <a:p>
            <a:pPr algn="l" marL="380048" indent="-190024" lvl="1">
              <a:lnSpc>
                <a:spcPts val="252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29961" y="9699222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IES University, Bhopal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3827126"/>
            <a:ext cx="13895099" cy="265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985425" y="9624184"/>
            <a:ext cx="4317149" cy="55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IES University, Bhopal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3827126"/>
            <a:ext cx="13894946" cy="200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985425" y="9522990"/>
            <a:ext cx="4317149" cy="55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IES University, Bhopal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3827126"/>
            <a:ext cx="13895099" cy="200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93484" y="9739351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IES University, Bhopal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6290" y="378190"/>
            <a:ext cx="13375348" cy="1210951"/>
            <a:chOff x="0" y="0"/>
            <a:chExt cx="17833797" cy="1614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833800" cy="1614600"/>
            </a:xfrm>
            <a:custGeom>
              <a:avLst/>
              <a:gdLst/>
              <a:ahLst/>
              <a:cxnLst/>
              <a:rect r="r" b="b" t="t" l="l"/>
              <a:pathLst>
                <a:path h="1614600" w="17833800">
                  <a:moveTo>
                    <a:pt x="0" y="0"/>
                  </a:moveTo>
                  <a:lnTo>
                    <a:pt x="17833800" y="0"/>
                  </a:lnTo>
                  <a:lnTo>
                    <a:pt x="17833800" y="1614600"/>
                  </a:lnTo>
                  <a:lnTo>
                    <a:pt x="0" y="161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218" r="0" b="-1652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7833797" cy="1643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b="true" sz="51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BUSSINESS MODEL &amp; MARKET STRATEGY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4219546"/>
            <a:ext cx="13894946" cy="135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strategy 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53160" y="9624184"/>
            <a:ext cx="11162548" cy="55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IES University, Bhopal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4219546"/>
            <a:ext cx="13894946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21582" y="9734169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IES University, Bhopal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954" cy="1249051"/>
            <a:chOff x="0" y="0"/>
            <a:chExt cx="2554605" cy="1665402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109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605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605">
                  <a:moveTo>
                    <a:pt x="0" y="832739"/>
                  </a:moveTo>
                  <a:cubicBezTo>
                    <a:pt x="0" y="363728"/>
                    <a:pt x="583057" y="0"/>
                    <a:pt x="1277239" y="0"/>
                  </a:cubicBezTo>
                  <a:cubicBezTo>
                    <a:pt x="1971421" y="0"/>
                    <a:pt x="2554605" y="363728"/>
                    <a:pt x="2554605" y="832739"/>
                  </a:cubicBezTo>
                  <a:lnTo>
                    <a:pt x="2529205" y="832739"/>
                  </a:lnTo>
                  <a:lnTo>
                    <a:pt x="2554605" y="832739"/>
                  </a:lnTo>
                  <a:cubicBezTo>
                    <a:pt x="2554605" y="1301623"/>
                    <a:pt x="1971548" y="1665478"/>
                    <a:pt x="1277366" y="1665478"/>
                  </a:cubicBezTo>
                  <a:lnTo>
                    <a:pt x="1277366" y="1640078"/>
                  </a:lnTo>
                  <a:lnTo>
                    <a:pt x="1277366" y="1665478"/>
                  </a:lnTo>
                  <a:cubicBezTo>
                    <a:pt x="583057" y="1665351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54605" cy="172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03458" y="0"/>
            <a:ext cx="2584552" cy="1714500"/>
            <a:chOff x="0" y="0"/>
            <a:chExt cx="3446069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46018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46018">
                  <a:moveTo>
                    <a:pt x="0" y="0"/>
                  </a:moveTo>
                  <a:lnTo>
                    <a:pt x="3446018" y="0"/>
                  </a:lnTo>
                  <a:lnTo>
                    <a:pt x="344601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80" t="-19833" r="-24121" b="-2799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684991"/>
            <a:ext cx="4806001" cy="547649"/>
            <a:chOff x="0" y="0"/>
            <a:chExt cx="6408001" cy="730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IES University, Bhopal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8100" y="38100"/>
              <a:ext cx="24384000" cy="8638413"/>
            </a:xfrm>
            <a:custGeom>
              <a:avLst/>
              <a:gdLst/>
              <a:ahLst/>
              <a:cxnLst/>
              <a:rect r="r" b="b" t="t" l="l"/>
              <a:pathLst>
                <a:path h="8638413" w="24384000">
                  <a:moveTo>
                    <a:pt x="1447927" y="0"/>
                  </a:moveTo>
                  <a:lnTo>
                    <a:pt x="24384000" y="0"/>
                  </a:lnTo>
                  <a:lnTo>
                    <a:pt x="24384000" y="7198614"/>
                  </a:lnTo>
                  <a:cubicBezTo>
                    <a:pt x="24384000" y="7993761"/>
                    <a:pt x="23735792" y="8638413"/>
                    <a:pt x="22936073" y="8638413"/>
                  </a:cubicBezTo>
                  <a:lnTo>
                    <a:pt x="0" y="8638413"/>
                  </a:lnTo>
                  <a:lnTo>
                    <a:pt x="0" y="1439799"/>
                  </a:lnTo>
                  <a:cubicBezTo>
                    <a:pt x="0" y="644652"/>
                    <a:pt x="648208" y="0"/>
                    <a:pt x="1447927" y="0"/>
                  </a:cubicBezTo>
                  <a:close/>
                </a:path>
              </a:pathLst>
            </a:custGeom>
            <a:solidFill>
              <a:srgbClr val="DAE5F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86027" y="0"/>
                  </a:moveTo>
                  <a:lnTo>
                    <a:pt x="24422100" y="0"/>
                  </a:lnTo>
                  <a:cubicBezTo>
                    <a:pt x="24443182" y="0"/>
                    <a:pt x="24460200" y="17018"/>
                    <a:pt x="24460200" y="38100"/>
                  </a:cubicBezTo>
                  <a:lnTo>
                    <a:pt x="24460200" y="7236714"/>
                  </a:lnTo>
                  <a:lnTo>
                    <a:pt x="24422100" y="7236714"/>
                  </a:lnTo>
                  <a:lnTo>
                    <a:pt x="24460200" y="7236714"/>
                  </a:lnTo>
                  <a:cubicBezTo>
                    <a:pt x="24460200" y="8053070"/>
                    <a:pt x="23794720" y="8714613"/>
                    <a:pt x="22974173" y="8714613"/>
                  </a:cubicBezTo>
                  <a:lnTo>
                    <a:pt x="22974173" y="8676513"/>
                  </a:lnTo>
                  <a:lnTo>
                    <a:pt x="22974173" y="8714613"/>
                  </a:lnTo>
                  <a:lnTo>
                    <a:pt x="38100" y="8714613"/>
                  </a:lnTo>
                  <a:cubicBezTo>
                    <a:pt x="17018" y="8714613"/>
                    <a:pt x="0" y="8697595"/>
                    <a:pt x="0" y="8676513"/>
                  </a:cubicBezTo>
                  <a:lnTo>
                    <a:pt x="0" y="1477899"/>
                  </a:lnTo>
                  <a:lnTo>
                    <a:pt x="38100" y="1477899"/>
                  </a:lnTo>
                  <a:lnTo>
                    <a:pt x="0" y="1477899"/>
                  </a:lnTo>
                  <a:cubicBezTo>
                    <a:pt x="0" y="661416"/>
                    <a:pt x="665480" y="0"/>
                    <a:pt x="1486027" y="0"/>
                  </a:cubicBezTo>
                  <a:cubicBezTo>
                    <a:pt x="1497711" y="0"/>
                    <a:pt x="1508887" y="5461"/>
                    <a:pt x="1515999" y="14605"/>
                  </a:cubicBezTo>
                  <a:lnTo>
                    <a:pt x="1486027" y="38100"/>
                  </a:lnTo>
                  <a:lnTo>
                    <a:pt x="1486027" y="0"/>
                  </a:lnTo>
                  <a:moveTo>
                    <a:pt x="1486027" y="76200"/>
                  </a:moveTo>
                  <a:cubicBezTo>
                    <a:pt x="1474343" y="76200"/>
                    <a:pt x="1463167" y="70739"/>
                    <a:pt x="1456055" y="61595"/>
                  </a:cubicBezTo>
                  <a:lnTo>
                    <a:pt x="1486027" y="38100"/>
                  </a:lnTo>
                  <a:lnTo>
                    <a:pt x="1486027" y="76200"/>
                  </a:lnTo>
                  <a:cubicBezTo>
                    <a:pt x="707263" y="76200"/>
                    <a:pt x="76200" y="703961"/>
                    <a:pt x="76200" y="1477899"/>
                  </a:cubicBezTo>
                  <a:lnTo>
                    <a:pt x="76200" y="8676513"/>
                  </a:lnTo>
                  <a:lnTo>
                    <a:pt x="38100" y="8676513"/>
                  </a:lnTo>
                  <a:lnTo>
                    <a:pt x="38100" y="8638413"/>
                  </a:lnTo>
                  <a:lnTo>
                    <a:pt x="22974173" y="8638413"/>
                  </a:lnTo>
                  <a:cubicBezTo>
                    <a:pt x="23753063" y="8638413"/>
                    <a:pt x="24384000" y="8010652"/>
                    <a:pt x="24384000" y="7236714"/>
                  </a:cubicBezTo>
                  <a:lnTo>
                    <a:pt x="24384000" y="38100"/>
                  </a:lnTo>
                  <a:lnTo>
                    <a:pt x="24422100" y="38100"/>
                  </a:lnTo>
                  <a:lnTo>
                    <a:pt x="24422100" y="76200"/>
                  </a:lnTo>
                  <a:lnTo>
                    <a:pt x="1486027" y="76200"/>
                  </a:lnTo>
                  <a:close/>
                </a:path>
              </a:pathLst>
            </a:custGeom>
            <a:solidFill>
              <a:srgbClr val="4A7DB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(7).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380048" indent="-190024" lvl="1">
              <a:lnSpc>
                <a:spcPts val="2268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380048" indent="-190024" lvl="1">
              <a:lnSpc>
                <a:spcPts val="226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81482" y="177727"/>
            <a:ext cx="12432963" cy="9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4943" y="1828076"/>
            <a:ext cx="14153636" cy="41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DAHELglo18k</dc:identifier>
  <dcterms:modified xsi:type="dcterms:W3CDTF">2011-08-01T06:04:30Z</dcterms:modified>
  <cp:revision>1</cp:revision>
  <dc:title>INFORIA TECHSUMMIT 2026 PPT FORMAT.pptx</dc:title>
</cp:coreProperties>
</file>